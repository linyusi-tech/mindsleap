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1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1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1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ork/digipen/slides/1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MindsLeap 心智悦动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从创意人才到 AI 创新者 / From Creative Talent to AI Innovators</dc:title>
  <dc:subject>DigiPen Singapore 2027 Shanghai Launch &amp; Partner Summit</dc:subject>
  <dc:creator>Lincoln Wang / MindsLeap 心智悦动</dc:creator>
  <cp:lastModifiedBy>Lincoln Wang / MindsLeap 心智悦动</cp:lastModifiedBy>
  <cp:revision>1</cp:revision>
  <dcterms:created xsi:type="dcterms:W3CDTF">2026-10-13T18:12:40Z</dcterms:created>
  <dcterms:modified xsi:type="dcterms:W3CDTF">2026-10-13T18:12:40Z</dcterms:modified>
</cp:coreProperties>
</file>